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E9ECF1"/>
                </a:solidFill>
              </a:defRPr>
            </a:pPr>
            <a:r>
              <a:t>NiyantraAI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4A5AD4"/>
                </a:solidFill>
              </a:defRPr>
            </a:pPr>
            <a:r>
              <a:t>Build with AI. Understand what you build.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61C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AI assistants can generate entire applications, debug code, and design architecture.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The code works. The demo passes. Nobody understands how it fits together.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Shipping velocity goes up. Understanding quietly goes down.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AI usage is not the problem. Unconscious dependence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61C"/>
                </a:solidFill>
              </a:defRPr>
            </a:pPr>
            <a: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Measure whether AI usage is turning into genuine understanding.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Track transparent, countable behaviours — not guesses.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Score against healthy bands, never punish using AI.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No recommendation ever says 'use AI less'.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61C"/>
                </a:solidFill>
              </a:defRPr>
            </a:pPr>
            <a:r>
              <a:t>Project Understanding (The Differentiator)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Adaptive questions about the code you actually shipped.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Answers scored on concept coverage and causal reasoning.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Results feed straight back into the dashboard metrics.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Watch your understanding score move when you answer well or poorly.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61C"/>
                </a:solidFill>
              </a:defRPr>
            </a:pPr>
            <a:r>
              <a:t>Live Demo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2560320" cy="1645920"/>
          </a:xfrm>
          <a:prstGeom prst="rect">
            <a:avLst/>
          </a:prstGeom>
          <a:solidFill>
            <a:srgbClr val="F6F7FA"/>
          </a:solidFill>
          <a:ln w="127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459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A56A05"/>
                </a:solidFill>
              </a:defRPr>
            </a:pPr>
            <a:r>
              <a:t>68.6%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B6270"/>
                </a:solidFill>
              </a:defRPr>
            </a:pPr>
            <a:r>
              <a:t>AI Dependency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371600"/>
            <a:ext cx="2560320" cy="1645920"/>
          </a:xfrm>
          <a:prstGeom prst="rect">
            <a:avLst/>
          </a:prstGeom>
          <a:solidFill>
            <a:srgbClr val="F6F7FA"/>
          </a:solidFill>
          <a:ln w="127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6459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5804D"/>
                </a:solidFill>
              </a:defRPr>
            </a:pPr>
            <a:r>
              <a:t>73.4%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B6270"/>
                </a:solidFill>
              </a:defRPr>
            </a:pPr>
            <a:r>
              <a:t>Independent Thinking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2560320" cy="1645920"/>
          </a:xfrm>
          <a:prstGeom prst="rect">
            <a:avLst/>
          </a:prstGeom>
          <a:solidFill>
            <a:srgbClr val="F6F7FA"/>
          </a:solidFill>
          <a:ln w="127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A5AD4"/>
                </a:solidFill>
              </a:defRPr>
            </a:pPr>
            <a:r>
              <a:t>80.5%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B6270"/>
                </a:solidFill>
              </a:defRPr>
            </a:pPr>
            <a:r>
              <a:t>Code Understanding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91840"/>
            <a:ext cx="2560320" cy="1645920"/>
          </a:xfrm>
          <a:prstGeom prst="rect">
            <a:avLst/>
          </a:prstGeom>
          <a:solidFill>
            <a:srgbClr val="F6F7FA"/>
          </a:solidFill>
          <a:ln w="127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5661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A5AD4"/>
                </a:solidFill>
              </a:defRPr>
            </a:pPr>
            <a:r>
              <a:t>85.5%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206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B6270"/>
                </a:solidFill>
              </a:defRPr>
            </a:pPr>
            <a:r>
              <a:t>Prompt Quality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3291840"/>
            <a:ext cx="2560320" cy="1645920"/>
          </a:xfrm>
          <a:prstGeom prst="rect">
            <a:avLst/>
          </a:prstGeom>
          <a:solidFill>
            <a:srgbClr val="F6F7FA"/>
          </a:solidFill>
          <a:ln w="127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5661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5804D"/>
                </a:solidFill>
              </a:defRPr>
            </a:pPr>
            <a:r>
              <a:t>+16 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06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B6270"/>
                </a:solidFill>
              </a:defRPr>
            </a:pPr>
            <a:r>
              <a:t>Learning Momentum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291840"/>
            <a:ext cx="2560320" cy="1645920"/>
          </a:xfrm>
          <a:prstGeom prst="rect">
            <a:avLst/>
          </a:prstGeom>
          <a:solidFill>
            <a:srgbClr val="F6F7FA"/>
          </a:solidFill>
          <a:ln w="127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5661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5804D"/>
                </a:solidFill>
              </a:defRPr>
            </a:pPr>
            <a:r>
              <a:t>73/100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5B6270"/>
                </a:solidFill>
              </a:defRPr>
            </a:pPr>
            <a:r>
              <a:t>Balance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61C"/>
                </a:solidFill>
              </a:defRPr>
            </a:pPr>
            <a:r>
              <a:t>The Scoring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AI Dependency: 28% handover + 22% substitution + 26% not attempted + 10% unexamined + 14% AI authorship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Dependency health peaks inside a 20–55% band — using AI heavily for leverage is fine.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Independent Thinking: scored against healthy targets, not perfection.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Code Understanding: 55% assessment + 45% observed behaviour.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Balance Score: 34% human skill + 30% dependency health + 20% prompt quality + 16% independence.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61C"/>
                </a:solidFill>
              </a:defRPr>
            </a:pPr>
            <a:r>
              <a:t>Prompt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How you ask matters more than how often you ask.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Every prompt scored against transparent signals: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Positive: shows your attempt, asks for critique, withholds solution, provides context.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Negative: requests complete implementation, hands problem over, no context, too short.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Live lab: paste any prompt and watch the rubric run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61C"/>
                </a:solidFill>
              </a:defRPr>
            </a:pPr>
            <a:r>
              <a:t>Adaptive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Eight-question baseline before heavy AI assistance.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Difficulty ladder: Foundational → Intermediate → Advanced.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Step up at 75+, step down at &lt;45.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Questions prioritise uncovered dimensions and your own tech stack.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Results write straight into the understanding profile.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61C"/>
                </a:solidFill>
              </a:defRPr>
            </a:pPr>
            <a:r>
              <a:t>Coaching &amp; Reporting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Coach cards generated from your data — no generic tips.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Every card states its evidence in real counts.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Three tiers: primary (highest impact), supporting, reinforce (habits working).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Weekly report: what improved, what needs attention, what to do next.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Fifteen-minute independent challenges with a working timer.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61C"/>
                </a:solidFill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Built around the AI Usage Provider — one seam.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Swap the provider, everything above still works.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lib/ has zero React imports — the entire analytics engine runs on Node.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Real running code: analytics, prompting, assessment, evaluation.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Simulated and labelled: demo dataset, repository analysis, answer evaluation.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61C"/>
                </a:solidFill>
              </a:defRPr>
            </a:pPr>
            <a:r>
              <a:t>Real vs Simulated (Stated Precisely)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Real: analytics engine, prompt rubric, assessment, answer evaluation all run on load.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Real: demo metrics (68.6% dependency, etc.) computed from 190 seeded records.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Simulated &amp; labelled: AI activity feed, GitHub analysis, LLM answer evaluation.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No API grants third-party access to private ChatGPT/Claude history.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Integration roadmap: VS Code extension, GitHub API, real LLM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61C"/>
                </a:solidFill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React 18 + TypeScript (strict) · Vite 5 · Tailwind CSS 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Recharts 2 for data visualization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React Router 6 (HashRouter) · lucide-react for icons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Dark-first, responsive from 375px, keyboard-navigable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Zero TypeScript errors, zero console errors, full privacy (local storage only)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61C"/>
                </a:solidFill>
              </a:defRPr>
            </a:pPr>
            <a:r>
              <a:t>Privacy by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Everything lives in your own browser. No server. No account. No third party.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Real toggle controls: AI tracking, GitHub access, analytics collection, prompt retention.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Full JSON export and delete.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Turning analytics off genuinely stops measurement.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Private browsing mode degrades gracefully to in-memory session.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61C"/>
                </a:solidFill>
              </a:defRPr>
            </a:pPr>
            <a:r>
              <a:t>Production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Ship the VS Code/Cursor extension (only source that measures understanding).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Real GitHub API calls + AST-derived questions.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Move answer evaluation to an LLM by default.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Server-side history so momentum trends run longer.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Validate scoring weights against real outcomes (not yet a validated psychometric).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4161C"/>
                </a:solidFill>
              </a:defRPr>
            </a:pPr>
            <a:r>
              <a:t>Demo Walkthrough (3–5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DF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1. Landing → Explore Dashboard (pre-populated Alex profile).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2. Dashboard: 73/100, dependency 69%, band gauge shows healthy despite high AI use.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3. Prompt Intelligence: 94 vs 41 side-by-side, live rubric lab.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4. Project Understanding → knowledge check → answer well (96/100, step up).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5. Answer badly (0/100, misconception named, step down).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6. Back to Dashboard: scores moved.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4161C"/>
                </a:solidFill>
              </a:defRPr>
            </a:pPr>
            <a:r>
              <a:t>7. AI Coach + Weekly Report.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E9ECF1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4A5AD4"/>
                </a:solidFill>
              </a:defRPr>
            </a:pPr>
            <a:r>
              <a:t>github.com/theLeverager1705/niyantraai-iqoo-hackathon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